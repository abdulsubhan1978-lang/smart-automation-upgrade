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Railway Patrol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Target System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System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🎯 Detection Accuracy: 96.8%</a:t>
            </a:r>
          </a:p>
          <a:p>
            <a:pPr>
              <a:defRPr sz="2400"/>
            </a:pPr>
            <a:r>
              <a:t>🎯 Precision: 97.2%</a:t>
            </a:r>
          </a:p>
          <a:p>
            <a:pPr>
              <a:defRPr sz="2400"/>
            </a:pPr>
            <a:r>
              <a:t>🎯 Recall: 96.1%</a:t>
            </a:r>
          </a:p>
          <a:p>
            <a:pPr>
              <a:defRPr sz="2400"/>
            </a:pPr>
            <a:r>
              <a:t>🎯 F1-Score: 96.6%</a:t>
            </a:r>
          </a:p>
          <a:p>
            <a:pPr>
              <a:defRPr sz="2400"/>
            </a:pPr>
            <a:r>
              <a:t>🎯 Real-Time Speed: 28 FPS</a:t>
            </a:r>
          </a:p>
          <a:p>
            <a:pPr>
              <a:defRPr sz="2400"/>
            </a:pPr>
            <a:r>
              <a:t>🎯 Response Time: &lt;0.2 s</a:t>
            </a:r>
          </a:p>
          <a:p>
            <a:pPr>
              <a:defRPr sz="2400"/>
            </a:pPr>
            <a:r>
              <a:t>🎯 False Alarm Rate: 2.3%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